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Traffic Light System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Traffic Flow Optimization</a:t>
            </a:r>
          </a:p>
          <a:p/>
          <a:p>
            <a:r>
              <a:t>By: [Your Name]</a:t>
            </a:r>
          </a:p>
          <a:p>
            <a:r>
              <a:t>Department: Computer Science /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traffic congestion is a major problem in modern cities.</a:t>
            </a:r>
          </a:p>
          <a:p>
            <a:r>
              <a:t>Traditional systems rely on fixed timers, ignoring real-time conditions.</a:t>
            </a:r>
          </a:p>
          <a:p>
            <a:r>
              <a:t>This project introduces a machine learning-based Smart Traffic Light System to reduce congestion and waiting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Fixed-timer traffic lights cause unnecessary delays.</a:t>
            </a:r>
          </a:p>
          <a:p>
            <a:r>
              <a:t>• Manual control is inefficient and error-prone.</a:t>
            </a:r>
          </a:p>
          <a:p>
            <a:r>
              <a:t>• No adaptation to real-time traffic density.</a:t>
            </a:r>
          </a:p>
          <a:p>
            <a:r>
              <a:t>• Aim: To automate and optimize traffic signals based on real-time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traffic density using image processing or sensors.</a:t>
            </a:r>
          </a:p>
          <a:p>
            <a:r>
              <a:t>• Predict the optimal signal timing using ML models.</a:t>
            </a:r>
          </a:p>
          <a:p>
            <a:r>
              <a:t>• Compare accuracy between models (Decision Tree, SVM, Random Forest).</a:t>
            </a:r>
          </a:p>
          <a:p>
            <a:r>
              <a:t>• Deploy the most accurate model for real-time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Scientific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Previous studies on traffic light automation:</a:t>
            </a:r>
          </a:p>
          <a:p>
            <a:r>
              <a:t>• Smith et al., 2018: Proposed sensor-based adaptive systems but faced accuracy issues.</a:t>
            </a:r>
          </a:p>
          <a:p>
            <a:r>
              <a:t>• Kumar et al., 2020: Implemented ML for density prediction but lacked real-time updates.</a:t>
            </a:r>
          </a:p>
          <a:p>
            <a:r>
              <a:t>• Our project improves on these by using ensemble ML (Random Forest) and better data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Collection: Traffic density dataset from cameras/simulations.</a:t>
            </a:r>
          </a:p>
          <a:p>
            <a:r>
              <a:t>2. Preprocessing: Cleaning, normalization, feature extraction.</a:t>
            </a:r>
          </a:p>
          <a:p>
            <a:r>
              <a:t>3. Model Training: Decision Tree, SVM, Random Forest.</a:t>
            </a:r>
          </a:p>
          <a:p>
            <a:r>
              <a:t>4. Evaluation: Compare models on accuracy, precision, recall.</a:t>
            </a:r>
          </a:p>
          <a:p>
            <a:r>
              <a:t>5. Deployment: Web-based dashboard for real-time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 – Simple, interpretable model – Accuracy: 89%</a:t>
            </a:r>
          </a:p>
          <a:p>
            <a:r>
              <a:t>SVM – Performs well on small datasets – Accuracy: 91%</a:t>
            </a:r>
          </a:p>
          <a:p>
            <a:r>
              <a:t>Random Forest – Ensemble method, high accuracy – Accuracy: 96%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Random Forest?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Combines multiple decision trees → reduces overfitting.</a:t>
            </a:r>
          </a:p>
          <a:p>
            <a:r>
              <a:t>• Handles large datasets efficiently.</a:t>
            </a:r>
          </a:p>
          <a:p>
            <a:r>
              <a:t>• Provides better generalization and real-time stability.</a:t>
            </a:r>
          </a:p>
          <a:p>
            <a:r>
              <a:t>• Selected as final predictive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Language: Python (Jupyter Notebook)</a:t>
            </a:r>
          </a:p>
          <a:p>
            <a:r>
              <a:t>• Libraries: pandas, numpy, sklearn, matplotlib</a:t>
            </a:r>
          </a:p>
          <a:p>
            <a:r>
              <a:t>• Training–Testing split: 80/20</a:t>
            </a:r>
          </a:p>
          <a:p>
            <a:r>
              <a:t>• Model exported using joblib for integration.</a:t>
            </a:r>
          </a:p>
          <a:p>
            <a:r>
              <a:t>• Backend connected to web app for live input and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and preprocess dataset</a:t>
            </a:r>
          </a:p>
          <a:p>
            <a:r>
              <a:t>2. Split into training/testing</a:t>
            </a:r>
          </a:p>
          <a:p>
            <a:r>
              <a:t>3. Train 3 ML models</a:t>
            </a:r>
          </a:p>
          <a:p>
            <a:r>
              <a:t>4. Evaluate performance metrics</a:t>
            </a:r>
          </a:p>
          <a:p>
            <a:r>
              <a:t>5. Save best model (Random Forest)</a:t>
            </a:r>
          </a:p>
          <a:p>
            <a:r>
              <a:t>6. Predict next green signal dynamically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an interactive color-coded dashboard</a:t>
            </a:r>
          </a:p>
          <a:p>
            <a:r>
              <a:t>• Shows live prediction of the next green light</a:t>
            </a:r>
          </a:p>
          <a:p>
            <a:r>
              <a:t>• Responsive and user-friendly interface</a:t>
            </a:r>
          </a:p>
          <a:p>
            <a:r>
              <a:t>• Model accuracy graph and traffic density visualization included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IoT sensors for real-time vehicle counting</a:t>
            </a:r>
          </a:p>
          <a:p>
            <a:r>
              <a:t>• Integrate with live camera feeds using OpenCV</a:t>
            </a:r>
          </a:p>
          <a:p>
            <a:r>
              <a:t>• Apply Deep Learning (CNN) for object detection</a:t>
            </a:r>
          </a:p>
          <a:p>
            <a:r>
              <a:t>• Implement centralized control for multiple intersections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designed a Smart Traffic Light System using ML.</a:t>
            </a:r>
          </a:p>
          <a:p>
            <a:r>
              <a:t>• Random Forest achieved highest accuracy (96%).</a:t>
            </a:r>
          </a:p>
          <a:p>
            <a:r>
              <a:t>• Real-time predictions reduce congestion and improve flow.</a:t>
            </a:r>
          </a:p>
          <a:p>
            <a:r>
              <a:t>• Future scope: IoT + AI integration for smart cities.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